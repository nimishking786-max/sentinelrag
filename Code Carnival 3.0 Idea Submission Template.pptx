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every bracketed field. Do not move or resize the logos.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Organisers: fill in the file size limit and the submission deadline in rule 08 before sharing this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406978"/>
            <a:ext cx="105664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2179098"/>
            <a:ext cx="10566433" cy="386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406978"/>
            <a:ext cx="105664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2179098"/>
            <a:ext cx="10566433" cy="386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7999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812767" y="508000"/>
            <a:ext cx="10566466" cy="863589"/>
          </a:xfrm>
          <a:prstGeom prst="roundRect">
            <a:avLst>
              <a:gd name="adj" fmla="val 11765"/>
            </a:avLst>
          </a:prstGeom>
          <a:solidFill>
            <a:srgbClr val="F6F0E6"/>
          </a:solidFill>
          <a:ln/>
        </p:spPr>
      </p:sp>
      <p:pic>
        <p:nvPicPr>
          <p:cNvPr id="4" name="Image 0" descr="Atmiya University logo">    </p:cNvPr>
          <p:cNvPicPr>
            <a:picLocks noChangeAspect="1"/>
          </p:cNvPicPr>
          <p:nvPr/>
        </p:nvPicPr>
        <p:blipFill>
          <a:blip r:embed="rId1"/>
          <a:srcRect l="-84" r="-84" t="0" b="0"/>
          <a:stretch/>
        </p:blipFill>
        <p:spPr>
          <a:xfrm>
            <a:off x="1066767" y="685767"/>
            <a:ext cx="1790678" cy="508000"/>
          </a:xfrm>
          <a:prstGeom prst="rect">
            <a:avLst/>
          </a:prstGeom>
        </p:spPr>
      </p:pic>
      <p:pic>
        <p:nvPicPr>
          <p:cNvPr id="5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8731360" y="635000"/>
            <a:ext cx="609589" cy="609589"/>
          </a:xfrm>
          <a:prstGeom prst="rect">
            <a:avLst/>
          </a:prstGeom>
        </p:spPr>
      </p:pic>
      <p:pic>
        <p:nvPicPr>
          <p:cNvPr id="6" name="Image 2" descr="ADSC logo">    </p:cNvPr>
          <p:cNvPicPr>
            <a:picLocks noChangeAspect="1"/>
          </p:cNvPicPr>
          <p:nvPr/>
        </p:nvPicPr>
        <p:blipFill>
          <a:blip r:embed="rId3"/>
          <a:srcRect l="0" r="0" t="-76" b="-76"/>
          <a:stretch/>
        </p:blipFill>
        <p:spPr>
          <a:xfrm>
            <a:off x="9645716" y="774678"/>
            <a:ext cx="1479517" cy="33017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767" y="2231705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ATMIYA DEVELOPER STUDENTS CLUB PRESENTS</a:t>
            </a:r>
            <a:endParaRPr lang="en-US" sz="1200" dirty="0"/>
          </a:p>
        </p:txBody>
      </p:sp>
      <p:sp>
        <p:nvSpPr>
          <p:cNvPr id="8" name="Text 3"/>
          <p:cNvSpPr/>
          <p:nvPr>
            <p:ph type="title"/>
          </p:nvPr>
        </p:nvSpPr>
        <p:spPr>
          <a:xfrm>
            <a:off x="812767" y="2673670"/>
            <a:ext cx="10883460" cy="98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i="0" spc="100" kern="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CODE CARNIVAL </a:t>
            </a:r>
            <a:r>
              <a:rPr lang="en-US" sz="7200" b="1" i="0" spc="100" kern="0" dirty="0">
                <a:solidFill>
                  <a:srgbClr val="EF435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3.0</a:t>
            </a:r>
            <a:endParaRPr lang="en-US" sz="7200" dirty="0"/>
          </a:p>
        </p:txBody>
      </p:sp>
      <p:sp>
        <p:nvSpPr>
          <p:cNvPr id="9" name="Text 4"/>
          <p:cNvSpPr/>
          <p:nvPr/>
        </p:nvSpPr>
        <p:spPr>
          <a:xfrm>
            <a:off x="812767" y="3862365"/>
            <a:ext cx="108834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Idea Submission Template · The Heist Plan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15942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94062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94062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[Your team name]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388864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66984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ID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66984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[ID from the ADSC portal]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961786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139905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39905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[Full name]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15942" y="5391249"/>
            <a:ext cx="6987139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94062" y="5543958"/>
            <a:ext cx="682982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PROBLEM STATEMENT TITLE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94062" y="5808100"/>
            <a:ext cx="682982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[Title of the problem statement you chose]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961786" y="5391249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139905" y="5543958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THEME / TRACK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139905" y="5808100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[Theme or track]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7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2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5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 FIRST · THE PROFESSOR'S RULES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7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FORMATTING INSTRUCTIONS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2052065"/>
            <a:ext cx="406389" cy="30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295356" y="2052065"/>
            <a:ext cx="4944663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Keep the structure.</a:t>
            </a:r>
            <a:r>
              <a:rPr lang="en-US" sz="13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Do not reorder, rename, add or remove slides. One slide per section.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096000" y="2052065"/>
            <a:ext cx="406389" cy="30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578588" y="2052065"/>
            <a:ext cx="4944663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Show, don't tell.</a:t>
            </a:r>
            <a:r>
              <a:rPr lang="en-US" sz="13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Use diagrams, flowcharts and screenshots. Every visual must be readable and labelled.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12767" y="2497777"/>
            <a:ext cx="406389" cy="30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295356" y="2497777"/>
            <a:ext cx="4944663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Leave the branding alone.</a:t>
            </a:r>
            <a:r>
              <a:rPr lang="en-US" sz="13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Do not move, resize or delete the logos, header, footer, fonts or colours.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096000" y="2497777"/>
            <a:ext cx="406389" cy="30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578588" y="2497777"/>
            <a:ext cx="4944663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Original work only.</a:t>
            </a:r>
            <a:r>
              <a:rPr lang="en-US" sz="13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Credit any external image, dataset or library you use.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767" y="2943490"/>
            <a:ext cx="406389" cy="30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295356" y="2943490"/>
            <a:ext cx="4944663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Replace every [bracket].</a:t>
            </a:r>
            <a:r>
              <a:rPr lang="en-US" sz="13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Delete all hint lines and placeholder boxes you do not use.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96000" y="2943490"/>
            <a:ext cx="406389" cy="30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578588" y="2943490"/>
            <a:ext cx="4944663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Repository must be public,</a:t>
            </a:r>
            <a:r>
              <a:rPr lang="en-US" sz="13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with a README and commits from your team members.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2767" y="3389202"/>
            <a:ext cx="406389" cy="30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295356" y="3389202"/>
            <a:ext cx="4944663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Bullets, not paragraphs.</a:t>
            </a:r>
            <a:r>
              <a:rPr lang="en-US" sz="13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Maximum 6 bullets per slide, body text 18 pt or larger.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096000" y="3389202"/>
            <a:ext cx="406389" cy="30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08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578588" y="3389202"/>
            <a:ext cx="4944663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Submit as PDF</a:t>
            </a:r>
            <a:r>
              <a:rPr lang="en-US" sz="13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named TeamID_TeamName_CC3.pdf, under [__] MB, on adsc-atmiya.com by [date, time].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12767" y="5356875"/>
            <a:ext cx="10566466" cy="485125"/>
          </a:xfrm>
          <a:prstGeom prst="roundRect">
            <a:avLst>
              <a:gd name="adj" fmla="val 10472"/>
            </a:avLst>
          </a:prstGeom>
          <a:solidFill>
            <a:srgbClr val="17120F"/>
          </a:solidFill>
          <a:ln/>
        </p:spPr>
        <p:txBody>
          <a:bodyPr wrap="square" lIns="237710" tIns="112121" rIns="0" bIns="867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Delete this slide before you submit. Your final deck has 9 slides.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12767" y="5356875"/>
            <a:ext cx="10566466" cy="485125"/>
          </a:xfrm>
          <a:custGeom>
            <a:avLst/>
            <a:gdLst/>
            <a:ahLst/>
            <a:cxnLst/>
            <a:rect l="l" t="t" r="r" b="b"/>
            <a:pathLst>
              <a:path w="10566466" h="485125">
                <a:moveTo>
                  <a:pt x="50800" y="485125"/>
                </a:moveTo>
                <a:lnTo>
                  <a:pt x="50800" y="485125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485125"/>
                </a:lnTo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26" name="Text 21"/>
          <p:cNvSpPr/>
          <p:nvPr/>
        </p:nvSpPr>
        <p:spPr>
          <a:xfrm>
            <a:off x="812767" y="6238268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108983" y="6238268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INSTRUCTIONS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7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 · THE TARGET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PROBLEM STATEMENT &amp; UNDERSTANDING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5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Hint (delete): state the problem in your own words and show you understand who it hurts and why.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2"/>
            <a:ext cx="5175294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70295" y="2548324"/>
            <a:ext cx="480658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54877" y="2949609"/>
            <a:ext cx="4714384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[The problem in one or two lines]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[Who faces it: the affected users]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[Scale or impact, with a number if you have one]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200764" y="2319382"/>
            <a:ext cx="5175294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55116" y="2548324"/>
            <a:ext cx="480658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UNDERSTANDING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539698" y="2949609"/>
            <a:ext cx="4714384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[Root cause of the problem]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[Gaps in existing solutions]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[Why it needs solving now]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2767" y="6238269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08983" y="6238269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[TEAM NAME]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7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2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 · THE PLAN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Hint (delete): describe your idea, how it solves the problem, and what makes it different.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2"/>
            <a:ext cx="5161183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70295" y="2548324"/>
            <a:ext cx="4792052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IDEA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54877" y="2949608"/>
            <a:ext cx="4699850" cy="1056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[The solution in one line]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[How it addresses the problem]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[What is new or unique about it]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[Who benefits and how]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193003" y="2325732"/>
            <a:ext cx="5176705" cy="3506743"/>
          </a:xfrm>
          <a:prstGeom prst="roundRect">
            <a:avLst>
              <a:gd name="adj" fmla="val 1901"/>
            </a:avLst>
          </a:prstGeom>
          <a:noFill/>
          <a:ln w="19050">
            <a:solidFill>
              <a:srgbClr val="B9AC9A"/>
            </a:solidFill>
            <a:prstDash val="dash"/>
          </a:ln>
        </p:spPr>
      </p:sp>
      <p:sp>
        <p:nvSpPr>
          <p:cNvPr id="13" name="Text 8"/>
          <p:cNvSpPr/>
          <p:nvPr/>
        </p:nvSpPr>
        <p:spPr>
          <a:xfrm>
            <a:off x="6582541" y="3809834"/>
            <a:ext cx="4397573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[Insert concept diagram, mockup or sketch]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093711" y="4134941"/>
            <a:ext cx="3375289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Delete this box after placing your image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2767" y="6238269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08983" y="6238269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[TEAM NAME]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 · THE ARSENAL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FEATURES / FUNCTIONALITY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7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Hint (delete): list 3 to 4 core features. Name each one and say what the user can do with it.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4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19473" y="2497503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1679828" y="2497503"/>
            <a:ext cx="425728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[Feature name]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679828" y="2792071"/>
            <a:ext cx="4257286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[What it does and why it matters to the user]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175353" y="2319384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378883" y="2497503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7039239" y="2497503"/>
            <a:ext cx="425728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[Feature name]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039239" y="2792071"/>
            <a:ext cx="4257286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[What it does and why it matters to the user]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5942" y="4158456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19473" y="4336579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1679828" y="4336579"/>
            <a:ext cx="425728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[Feature name]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79828" y="4631147"/>
            <a:ext cx="4257286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[What it does and why it matters to the user]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5353" y="4158456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78883" y="4336579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7039239" y="4336579"/>
            <a:ext cx="425728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[Feature name]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039239" y="4631147"/>
            <a:ext cx="4257286" cy="25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[What it does and why it matters to the user]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[TEAM NAME]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 · THE EXECUTION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THE SOLUTION WILL WORK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Hint (delete): walk through the flow from user input to final output. Add or remove steps as needed.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2767" y="2316209"/>
            <a:ext cx="2317805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</p:sp>
      <p:sp>
        <p:nvSpPr>
          <p:cNvPr id="10" name="Text 5"/>
          <p:cNvSpPr/>
          <p:nvPr/>
        </p:nvSpPr>
        <p:spPr>
          <a:xfrm>
            <a:off x="990534" y="2468563"/>
            <a:ext cx="2021139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90534" y="2732705"/>
            <a:ext cx="2021139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[User action or input]</a:t>
            </a:r>
            <a:endParaRPr lang="en-US" sz="1300" dirty="0"/>
          </a:p>
        </p:txBody>
      </p:sp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3206750" y="2648536"/>
            <a:ext cx="279356" cy="127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562284" y="2316209"/>
            <a:ext cx="2317860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</p:sp>
      <p:sp>
        <p:nvSpPr>
          <p:cNvPr id="14" name="Text 8"/>
          <p:cNvSpPr/>
          <p:nvPr/>
        </p:nvSpPr>
        <p:spPr>
          <a:xfrm>
            <a:off x="3740050" y="2468563"/>
            <a:ext cx="202119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740050" y="2732705"/>
            <a:ext cx="2021196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[Processing or logic]</a:t>
            </a:r>
            <a:endParaRPr lang="en-US" sz="1300" dirty="0"/>
          </a:p>
        </p:txBody>
      </p:sp>
      <p:pic>
        <p:nvPicPr>
          <p:cNvPr id="16" name="Image 4" descr="connector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5956322" y="2648536"/>
            <a:ext cx="279356" cy="1270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311855" y="2316209"/>
            <a:ext cx="2317805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</p:sp>
      <p:sp>
        <p:nvSpPr>
          <p:cNvPr id="18" name="Text 11"/>
          <p:cNvSpPr/>
          <p:nvPr/>
        </p:nvSpPr>
        <p:spPr>
          <a:xfrm>
            <a:off x="6489622" y="2468563"/>
            <a:ext cx="2021139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489622" y="2732705"/>
            <a:ext cx="2140038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[Data or service involved]</a:t>
            </a:r>
            <a:endParaRPr lang="en-US" sz="1300" dirty="0"/>
          </a:p>
        </p:txBody>
      </p:sp>
      <p:pic>
        <p:nvPicPr>
          <p:cNvPr id="20" name="Image 5" descr="connector">    </p:cNvPr>
          <p:cNvPicPr>
            <a:picLocks noChangeAspect="1"/>
          </p:cNvPicPr>
          <p:nvPr/>
        </p:nvPicPr>
        <p:blipFill>
          <a:blip r:embed="rId6"/>
          <a:srcRect l="0" r="0" t="-8" b="-8"/>
          <a:stretch/>
        </p:blipFill>
        <p:spPr>
          <a:xfrm>
            <a:off x="8705838" y="2648536"/>
            <a:ext cx="279356" cy="1270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061372" y="2316209"/>
            <a:ext cx="2317860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</p:sp>
      <p:sp>
        <p:nvSpPr>
          <p:cNvPr id="22" name="Text 14"/>
          <p:cNvSpPr/>
          <p:nvPr/>
        </p:nvSpPr>
        <p:spPr>
          <a:xfrm>
            <a:off x="9239139" y="2468563"/>
            <a:ext cx="202119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9239139" y="2732705"/>
            <a:ext cx="2021196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[Output the user gets]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822292" y="3295210"/>
            <a:ext cx="10547416" cy="2537266"/>
          </a:xfrm>
          <a:prstGeom prst="roundRect">
            <a:avLst>
              <a:gd name="adj" fmla="val 2628"/>
            </a:avLst>
          </a:prstGeom>
          <a:noFill/>
          <a:ln w="19050">
            <a:solidFill>
              <a:srgbClr val="B9AC9A"/>
            </a:solidFill>
            <a:prstDash val="dash"/>
          </a:ln>
        </p:spPr>
      </p:sp>
      <p:sp>
        <p:nvSpPr>
          <p:cNvPr id="25" name="Text 17"/>
          <p:cNvSpPr/>
          <p:nvPr/>
        </p:nvSpPr>
        <p:spPr>
          <a:xfrm>
            <a:off x="3988792" y="4294575"/>
            <a:ext cx="4214415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[Insert architecture diagram or flowchart]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4320453" y="4619681"/>
            <a:ext cx="3551039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Delete this box after placing your diagram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[TEAM NAME]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 · THE GEAR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TECHNOLOGY / TECH STACK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Hint (delete): list only what you will actually use. Remove rows that do not apply.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2767" y="2316206"/>
            <a:ext cx="10566466" cy="2701175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10" name="Shape 5"/>
          <p:cNvSpPr/>
          <p:nvPr/>
        </p:nvSpPr>
        <p:spPr>
          <a:xfrm>
            <a:off x="11376058" y="2316206"/>
            <a:ext cx="0" cy="2701175"/>
          </a:xfrm>
          <a:prstGeom prst="line">
            <a:avLst/>
          </a:prstGeom>
          <a:noFill/>
          <a:ln w="6350">
            <a:solidFill>
              <a:srgbClr val="E2D8C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12767" y="5014206"/>
            <a:ext cx="10566466" cy="0"/>
          </a:xfrm>
          <a:prstGeom prst="line">
            <a:avLst/>
          </a:prstGeom>
          <a:noFill/>
          <a:ln w="6350">
            <a:solidFill>
              <a:srgbClr val="E2D8C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2326789"/>
          <a:ext cx="10552355" cy="2687064"/>
        </p:xfrm>
        <a:graphic>
          <a:graphicData uri="http://schemas.openxmlformats.org/drawingml/2006/table">
            <a:tbl>
              <a:tblPr/>
              <a:tblGrid>
                <a:gridCol w="2321518"/>
                <a:gridCol w="3482277"/>
                <a:gridCol w="4748560"/>
              </a:tblGrid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Layer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Technology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Why we chose it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Frontend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[Framework, UI library]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[Reason in a few words]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Backend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[Language, framework]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[Reason in a few words]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Database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[Database, storage]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[Reason in a few words]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AI / APIs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[Models, third-party APIs]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[Reason in a few words]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Hosting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[Cloud, deployment]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[Reason in a few words]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Tools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[Git, design, testing]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[Reason in a few words]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[TEAM NAME]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6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 · INSIDE THE MINT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CURRENT PROGRESS / WORK DONE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Hint (delete): be honest about what is built and working today. Screenshots count more than claims.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1"/>
            <a:ext cx="3370946" cy="3519443"/>
          </a:xfrm>
          <a:prstGeom prst="roundRect">
            <a:avLst>
              <a:gd name="adj" fmla="val 216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44884" y="2522913"/>
            <a:ext cx="30004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29466" y="2898787"/>
            <a:ext cx="2908252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[Module or feature finished]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[Module or feature finished]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[Research or design done]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396416" y="2319381"/>
            <a:ext cx="3370946" cy="3519443"/>
          </a:xfrm>
          <a:prstGeom prst="roundRect">
            <a:avLst>
              <a:gd name="adj" fmla="val 216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625357" y="2522913"/>
            <a:ext cx="30004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709939" y="2898787"/>
            <a:ext cx="2908252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[What you are building now]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[What is partly working]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[Known blockers, if any]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983239" y="2325731"/>
            <a:ext cx="3386468" cy="3506743"/>
          </a:xfrm>
          <a:prstGeom prst="roundRect">
            <a:avLst>
              <a:gd name="adj" fmla="val 1969"/>
            </a:avLst>
          </a:prstGeom>
          <a:noFill/>
          <a:ln w="19050">
            <a:solidFill>
              <a:srgbClr val="B9AC9A"/>
            </a:solidFill>
            <a:prstDash val="dash"/>
          </a:ln>
        </p:spPr>
      </p:sp>
      <p:sp>
        <p:nvSpPr>
          <p:cNvPr id="16" name="Text 11"/>
          <p:cNvSpPr/>
          <p:nvPr/>
        </p:nvSpPr>
        <p:spPr>
          <a:xfrm>
            <a:off x="8176247" y="3685369"/>
            <a:ext cx="3000454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[Insert screenshot of prototype or demo]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992765" y="4259408"/>
            <a:ext cx="3367417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Delete this box after placing your image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[TEAM NAME]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81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81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1"/>
          <p:cNvSpPr/>
          <p:nvPr/>
        </p:nvSpPr>
        <p:spPr>
          <a:xfrm>
            <a:off x="812767" y="1142839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 · THE GETAWAY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FUTURE PLAN / NEXT STEPS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7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Hint (delete): show what you will finish during the hackathon and where the project goes after it.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7"/>
            <a:ext cx="3380317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44884" y="2522916"/>
            <a:ext cx="301010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44884" y="2837879"/>
            <a:ext cx="301010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DURING THE HACKATHON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129466" y="3213751"/>
            <a:ext cx="2917904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[Feature to complete]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[Testing and fixes]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[Final demo goal]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405786" y="2319387"/>
            <a:ext cx="3380372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634728" y="2522916"/>
            <a:ext cx="301016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34728" y="2837879"/>
            <a:ext cx="301016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RIGHT AFTER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719310" y="3213751"/>
            <a:ext cx="2917961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[Improvement planned]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[New feature to add]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[First real users or pilot]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995686" y="2319387"/>
            <a:ext cx="3380372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4627" y="2522916"/>
            <a:ext cx="301016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4627" y="2837879"/>
            <a:ext cx="301016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LONG-TERM VISION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09209" y="3213751"/>
            <a:ext cx="2917961" cy="79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[Scaling plan]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[Impact you aim for]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[Sustainability or revenue idea]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2767" y="6238273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08983" y="6238273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[TEAM NAME]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7999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812767" y="304769"/>
            <a:ext cx="10566466" cy="609534"/>
          </a:xfrm>
          <a:prstGeom prst="roundRect">
            <a:avLst>
              <a:gd name="adj" fmla="val 12501"/>
            </a:avLst>
          </a:prstGeom>
          <a:solidFill>
            <a:srgbClr val="F6F0E6"/>
          </a:solidFill>
          <a:ln/>
        </p:spPr>
      </p:sp>
      <p:pic>
        <p:nvPicPr>
          <p:cNvPr id="4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1015945" y="406357"/>
            <a:ext cx="1428750" cy="406356"/>
          </a:xfrm>
          <a:prstGeom prst="rect">
            <a:avLst/>
          </a:prstGeom>
        </p:spPr>
      </p:pic>
      <p:pic>
        <p:nvPicPr>
          <p:cNvPr id="5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264771" y="380950"/>
            <a:ext cx="457178" cy="457178"/>
          </a:xfrm>
          <a:prstGeom prst="rect">
            <a:avLst/>
          </a:prstGeom>
        </p:spPr>
      </p:pic>
      <p:pic>
        <p:nvPicPr>
          <p:cNvPr id="6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9925127" y="469857"/>
            <a:ext cx="1250928" cy="27935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767" y="1092070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 · THE VAULT</a:t>
            </a:r>
            <a:endParaRPr lang="en-US" sz="1200" dirty="0"/>
          </a:p>
        </p:txBody>
      </p:sp>
      <p:sp>
        <p:nvSpPr>
          <p:cNvPr id="8" name="Text 3"/>
          <p:cNvSpPr/>
          <p:nvPr>
            <p:ph type="title"/>
          </p:nvPr>
        </p:nvSpPr>
        <p:spPr>
          <a:xfrm>
            <a:off x="812767" y="1356215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GITHUB REPOSITORY LINK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812767" y="1874298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Hint (delete): paste the full link as clickable text and check it opens without signing in.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19117" y="2271793"/>
            <a:ext cx="10553766" cy="856787"/>
          </a:xfrm>
          <a:prstGeom prst="roundRect">
            <a:avLst>
              <a:gd name="adj" fmla="val 8153"/>
            </a:avLst>
          </a:prstGeom>
          <a:noFill/>
          <a:ln w="12700">
            <a:solidFill>
              <a:srgbClr val="C8102E"/>
            </a:solidFill>
            <a:prstDash val="solid"/>
          </a:ln>
        </p:spPr>
      </p:sp>
      <p:pic>
        <p:nvPicPr>
          <p:cNvPr id="11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7350" y="2522364"/>
            <a:ext cx="355589" cy="3555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10706" y="2504616"/>
            <a:ext cx="9789061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https://github.com/[username]/[repository]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815942" y="3315872"/>
            <a:ext cx="2520972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994062" y="3468582"/>
            <a:ext cx="222967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PUBLIC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94062" y="3732721"/>
            <a:ext cx="2229675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Repository visibility is set to public.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495620" y="3315872"/>
            <a:ext cx="2521027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673739" y="3468582"/>
            <a:ext cx="222973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README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73739" y="3732721"/>
            <a:ext cx="2229731" cy="69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Covers setup steps, features and team members.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175353" y="3315872"/>
            <a:ext cx="2520972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353472" y="3468582"/>
            <a:ext cx="222967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COMMITS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353472" y="3732721"/>
            <a:ext cx="2229675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Regular commits from every team member.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855030" y="3315872"/>
            <a:ext cx="2521027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033150" y="3468582"/>
            <a:ext cx="222973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 (OPTIONAL)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033150" y="3732721"/>
            <a:ext cx="2339732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[Live link or demo video link]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2767" y="6238273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108983" y="6238273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[TEAM NAME]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Carnival 3.0 Idea Submission Template">
  <a:themeElements>
    <a:clrScheme name="Code Carnival 3.0 Idea Submission Template">
      <a:dk1>
        <a:srgbClr val="1E1917"/>
      </a:dk1>
      <a:lt1>
        <a:srgbClr val="F6F0E6"/>
      </a:lt1>
      <a:dk2>
        <a:srgbClr val="544F4B"/>
      </a:dk2>
      <a:lt2>
        <a:srgbClr val="E0DBD1"/>
      </a:lt2>
      <a:accent1>
        <a:srgbClr val="C8102E"/>
      </a:accent1>
      <a:accent2>
        <a:srgbClr val="EF4350"/>
      </a:accent2>
      <a:accent3>
        <a:srgbClr val="5A504A"/>
      </a:accent3>
      <a:accent4>
        <a:srgbClr val="D9CFC2"/>
      </a:accent4>
      <a:accent5>
        <a:srgbClr val="9AA0A6"/>
      </a:accent5>
      <a:accent6>
        <a:srgbClr val="746F6A"/>
      </a:accent6>
      <a:hlink>
        <a:srgbClr val="0563C1"/>
      </a:hlink>
      <a:folHlink>
        <a:srgbClr val="954F72"/>
      </a:folHlink>
    </a:clrScheme>
    <a:fontScheme name="Code Carnival 3.0 Idea Submission Templat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Carnival 3.0 Idea Submission Template</dc:title>
  <dc:subject/>
  <dc:creator/>
  <cp:lastModifiedBy/>
  <cp:revision>1</cp:revision>
  <dcterms:created xsi:type="dcterms:W3CDTF">2026-10-08T15:43:46Z</dcterms:created>
  <dcterms:modified xsi:type="dcterms:W3CDTF">2026-10-08T15:43:46Z</dcterms:modified>
</cp:coreProperties>
</file>